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これは製品紹介ではなく「ナナイロの開発"手法"」の紹介。主役はDD（自社製の設計ドキュメント駆動）と複数LLM運用力。SynchroniNoteはその成果物=Exhibit A。「3日で作った」という速さ自慢は使わない。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全体の地図。以降の各ページ上部の「章バー」で現在地（章）を示す。前付け（表紙・目次・要点）には章バーを付けない。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経営目線の要点。①手法=再現性 ②破綻しない=脱バイブコーディング ③複数LLM運用力。製品はあくまで実例。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バイブコーディング=AIに雰囲気で書かせる開発。速いが保守不能。ここを越える手法を持っているか、が論点。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本件でも企画書の起草はGemini、実装はClaude。適材適所の実例。複数LLMを使いこなす=ナナイロのアピールポイント。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DDは自社製スキル。思想ではなく実運用。AIを規律づける仕組み。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開発ロードマップ(doc/plan/開発ロードマップ.md)が「各DD候補を起点にDD化」と明記。壁打ち→基本設計→DD→Claudeのパイプラインは文書化済み。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ここが最強の証拠。AIの初期案を実測が補正＝自己修正する手法。バイブコーディング（言いなり）の対極。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ユーザーの核心。「誰でもできる」には寄せない。ドメイン未経験でも回せるが、仕上げはエンジニア力が決め手＝エンジニアの価値はむしろ上がる。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ここから実例。実データ入りの実画面。専門性の塊のアプリが手法で破綻なく出来た、という証拠として見せる。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中核S-05。確定テキスト主役・AI整形は追い上げ。右=録音前の事故防止プリフライト。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配慮を「後」に統合。エンジニアリング力テーマと接続。S-06生成中/S-07プレビューは録音実行時のみ出る画面のため割愛し文言で補う。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完全ローカルでここまでやれる。右の設定に実モデル名。数値根拠は各DD。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 blog.google(Gemma4,2026-04-02)/qwenlm.github.io/llm-stats.com。今が転換点。複数LLM運用力の話とも接続（ローカルも選択肢に入ってきた）。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 ai.google.dev(2026)。潔く認めることで次のセキュリティの説得力が増す。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 Cloudera2025/EU2025/unifiedaihub等。製品の存在意義であり、複数LLM運用の中で「機密はローカル」という判断ができることもナナイロの目利き。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経営に刺す一枚。ガバナンス×速度＋増幅器＋横展開＋堀。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手法で締める。製品→手法→組織の武器に着地。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出典=本リポジトリの git log（JST=epoch+9h）。build_commit_chart.py で再生成可能。“3日”を速さでなく密度・情熱として見せる。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doc/DD/DD-INDEX.md から自動生成（件数・件名はビルド時に反映）。bash scripts/dd-index-gen.sh で最新化。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技術的な質問に備えた控え。普段は飛ばしてOK。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裏取りの提示。配布版に残す。発表では飛ばしてOK。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AIに任せても、破綻しない。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2847" y="3429000"/>
            <a:ext cx="2286000" cy="3810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CD34D"/>
                </a:solidFill>
                <a:latin typeface="Meiryo"/>
                <a:ea typeface="Meiryo"/>
                <a:cs typeface="Meiryo"/>
              </a:rPr>
              <a:t>再現性のある開発手法「DD」と、その実例 SynchroniNote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  <a:latin typeface="Meiryo"/>
                <a:ea typeface="Meiryo"/>
                <a:cs typeface="Meiryo"/>
              </a:rPr>
              <a:t>ナナイロ ／ 完全オフラインAI議事録 ／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10637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1. 課題 — AI内製の落とし穴（バイブコーディング）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2. 開発手法 — DD ＋ 複数LLMの適材適所運用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3. 実例：SynchroniNote — 完全オフラインAI議事録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4. ローカルLLMの今 — 性能・コスト・セキュリティ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5. まとめ — 経営へのメッセージ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このスライドで伝えたいこと（3行）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10637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ナナイロは、再現性のある自社手法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 でAIを規律づけて開発している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だから “バイブコーディング” に陥らず、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専門外の領域でも破綻しない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 — 実例が完全オフラインAI議事録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SynchroniNote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土台にあるのは、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複数のLLMを適材適所で使いこなす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運用力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AI内製の落とし穴 ＝ “バイブコーディング”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4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一言でいうと：AIに雰囲気で書かせて、動くけれど中身が誰にも分からないコードの山になること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⚡ 速い。デモは作れる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❌ でも：中身が黒箱／属人化／後で崩れる／品質は運任せ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💣 結果＝説明できない技術的負債。これは経営にとってのリスク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ここを越えられるかが、AI内製が “使い物になるか” の分かれ目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土台：複数のLLMを “適材適所” で使いこなす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5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1790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ナナイロは「1つの万能AI」に頼らない。それぞれの個性を理解して使い分ける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75104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🧠 構想・壁打ち：</a:t>
            </a:r>
            <a:r>
              <a:rPr sz="18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Gemini</a:t>
            </a: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（広い文脈・長文の設計ドラフト）／ </a:t>
            </a:r>
            <a:r>
              <a:rPr sz="18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ChatGPT</a:t>
            </a: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（発想・論点整理・別視点の検証）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🛠 実装・検証：</a:t>
            </a:r>
            <a:r>
              <a:rPr sz="18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Claude（Claude Code）</a:t>
            </a: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 ＝ コードベースに直結し、実装・実測・UI確認まで回す主戦力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🎚 上流は “発想力” のLLM、下流は “実装力” のLLM — この使い分け自体がナナイロの強み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06440"/>
            <a:ext cx="5852160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「どのAIに、何をやらせるか」を設計できることが、AI活用力の本体</a:t>
            </a:r>
          </a:p>
        </p:txBody>
      </p:sp>
      <p:pic>
        <p:nvPicPr>
          <p:cNvPr id="14" name="Picture 13" descr="3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35245"/>
            <a:ext cx="5074920" cy="277039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629400" y="552297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3つのLLM（ChatGPT・Gemini・Claude）を目的別に使い分ける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ナナイロの答え ＝ DD（設計ドキュメント駆動）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6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DD は、AIを “半自動の実装者” として規律づける、ナナイロ自社製の開発手法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着手の前：「何を・なぜ・どう作り・何をもって完了とするか」を1枚にまとめる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実装の後：「実測値・決定理由・完了確認」を同じ紙へ書き残す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徹底：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1作業 ＝ 1設計書 ＝ 1チケット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Claude Code 上の自作スキル /dd で、この一連を回している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どう回すか：構想から実装まで一本の流れ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7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1790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① 壁打ち（Gemini / ChatGPT）で構想を立てる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② 企画書・開発ロードマップ＝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基本設計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 に落とす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③ ロードマップの各単位を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DDとして起票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（1作業＝1枚）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④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Claudeが実装＋実測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 — 動かして数字を取る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⑤ 検証してアーカイブ。判断の根拠が全部残る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証跡は 40件超のDD（DD-001〜016）。すべて開発ロードマップ／DD索引から辿れる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なぜ破綻しないか ＝ “実測が設計を上書きする”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8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最初の構想（壁打ちの初期案）の甘いところを、DDの実測ゲートが一個ずつ捕まえて直している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初期案「32GBをAIに／Qwen 32B」 → 実測：使えるRAMは約9.6GB →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gemma4:26b へ補正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初期案「1〜3分ごとにリアルタイム要約」 → 実測：CPUでSTTとLLMは同時に回らない →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終了後バッチへ撤回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初期案「STT遅延1秒未満」 → 実測：RTF 0.527 →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一区切り約4秒に現実化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「AIの言いなり」ではない。基本設計書は “要件と食い違えば実測を優先” と明文化 — これがバイブコーディングとの決定的な差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ドメイン知識は要らない。でも、エンジニアリング力は要る。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9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1790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🟢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床（下限保証）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：STT・オフラインLLMが “初耳” のエンジニアでも、手法に沿えば破綻しない（甘い前提は実測ゲートで落ちる）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🔧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でも最後の仕上げ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 — 判断・詰め・品質の作り込みは、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エンジニアリング力がある人にしか出来ない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🚀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天井（上限突破）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：エンジニアリング力が高いほど、精度は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他社を寄せ付けない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DDは “エンジニアリング力の増幅器”。AIはエンジニアを置き換えず、できる人をさらに伸ばす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実例：SynchroniNote ① 会議の「前」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10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17904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専門外から着手して、破綻なく完成した “専門アプリ” ＝ 手法の成果物（Exhibit A）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11094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🗓 カレンダーで予約・管理（予定の作成・移動・削除）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📋 予定をコピペで取込 — 案内メールを貼るだけでAIが会議情報に整形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📎 Excel / PDF を添付して要点を抽出、要約の文脈に</a:t>
            </a:r>
          </a:p>
        </p:txBody>
      </p:sp>
      <p:pic>
        <p:nvPicPr>
          <p:cNvPr id="13" name="Picture 12" descr="S-01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135" y="3538728"/>
            <a:ext cx="3854196" cy="256946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6108192"/>
            <a:ext cx="53871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S-01 カレンダー</a:t>
            </a:r>
          </a:p>
        </p:txBody>
      </p:sp>
      <p:pic>
        <p:nvPicPr>
          <p:cNvPr id="15" name="Picture 14" descr="S-02_create-me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362" y="3538728"/>
            <a:ext cx="3854196" cy="256946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255867" y="6108192"/>
            <a:ext cx="53871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S-02 会議作成・コピペ取込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実例：SynchroniNote ② 会議の「中」 ★中核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11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17904"/>
            <a:ext cx="11094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🎙 話した先から文字起こし — 確定テキストは即・不変で表示（遅延ほぼ0）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🧑‍🤝‍🧑 話者を自動で色分け — クリックで参加者名に一括置換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📝 人間メモを割り込み — その場の決定事項をタイムラインに差し込み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🚦 録音前にマイク・無音をチェックして “無音録音” の事故を防止</a:t>
            </a:r>
          </a:p>
        </p:txBody>
      </p:sp>
      <p:pic>
        <p:nvPicPr>
          <p:cNvPr id="12" name="Picture 11" descr="S-05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67" y="3118104"/>
            <a:ext cx="4485132" cy="299008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6108192"/>
            <a:ext cx="53871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S-05 リアルタイム議事録（中核）</a:t>
            </a:r>
          </a:p>
        </p:txBody>
      </p:sp>
      <p:pic>
        <p:nvPicPr>
          <p:cNvPr id="14" name="Picture 13" descr="S-04_pref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894" y="3118104"/>
            <a:ext cx="4485132" cy="299008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255867" y="6108192"/>
            <a:ext cx="53871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S-04 プリフライト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実例：SynchroniNote ③ 会議の「後」＋ 破綻させない作り込み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12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17904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🧠 終了ボタンで自動清書（決定事項・TODO・要約、目安3〜6分）→ 保存でカレンダーに完了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🧯 詰まっても文字起こしは止まらない — 重い処理は遅らせ、主役は崩さない設計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🙋 人間の確定 ＞ AIの推測 — 話者名はクリック一発で総入れ替え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5852160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“動く” だけでなく “実際の会議で破綻しない” ところまで — ここがエンジニアリングの仕事</a:t>
            </a:r>
          </a:p>
        </p:txBody>
      </p:sp>
      <p:pic>
        <p:nvPicPr>
          <p:cNvPr id="13" name="Picture 12" descr="S-03_minute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5074920" cy="33832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629400" y="552297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S-03 議事録詳細（最終議事録）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AIは全部、この1台のPCの中で（完全ローカル）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13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17904"/>
            <a:ext cx="5852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文字起こし：whisper medium ＋ VAD（無音を除くと日本語精度が約5倍改善）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ライブ整形：Ollama qwen3:8b ／ 終了後の清書：Ollama gemma4:26b（MoE＝26B級の品質を4B級の速度で）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8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話者識別：CAM++ ONNX 埋め込み（モデル未配置でも完全オフラインで代替動作）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5852160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クラウド送信ゼロ。すべてこのPCの中で完結する</a:t>
            </a:r>
          </a:p>
        </p:txBody>
      </p:sp>
      <p:pic>
        <p:nvPicPr>
          <p:cNvPr id="13" name="Picture 12" descr="S-08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5074920" cy="33832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629400" y="552297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S-08 設定（モデル・コア配分の実機チューニング）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ローカルLLMで今、何が起きているか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14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わずか1年で「小型モデルが、昨年の大型モデルに追いつく」時代に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🟢 Gemma 4（Google・2026年4月）— 「31Bが400B級に匹敵」と評価。本アプリ採用の 26B MoE は活性わずか約3.8B＝大型の品質を小型の速度で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🟣 Qwen3 / Qwen3.5（Alibaba・Apache 2.0）— オープンモデルで Gemini 2.5 Pro と肩を並べる水準に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📈 オープンモデルとフロンティア最上位の差は わずか数%／ELO約53pt まで接近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「無料で持ち帰れる高性能モデル」が、毎月のように更新されている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正直な話：コストだけなら、クラウドが安い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15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1790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☁️ Gemini 2.5 Flash：入力 約$0.30 ／ 出力 約$2.50（100万トークンあたり）。会議1本でも数円〜数十円、ハードも不要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🖥️ ローカルはマシン性能が必要（本アプリは既存PCで動かすので追加ハード費はほぼ0。ただし速度・メモリの制約は受ける）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⚖️ だから “コスト効率だけ” を見れば、クラウドAPIが有利な場面は多い — ここは隠さない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では、なぜそれでもローカルなのか？ → 次ページ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それでもローカル：セキュリティは “値段がつかない”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16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機密会議で問われるのは「いくらか」ではなく「そもそも送ってよいか」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🚫 インサイダー情報・顧客の個人情報・規制対象データは、外部送信そのものが許されないことが多い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📊 IT責任者の53%が「データプライバシー」をAI活用の最大の障壁と回答（Cloudera 2025・約1,500名）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🕵️ 従業員の77%が会社情報をAIに貼り付け、その82%が個人アカウント経由＝ “見えない漏洩”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⛔ クラウドに一度送れば取り消せない（モデルに溶けたデータは消せない／EU当局2025）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✅ ローカルはデータが1バイトも外に出ない → GDPR・社内規程を自動的に満たす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コストはクラウド、安心はローカル。機密を扱う現場では “安心” が前提条件 — ローカルLLMの真価は「ローカルであること」そのもの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手法がもたらす経営価値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17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17904"/>
            <a:ext cx="10637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🔁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再現性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：判断が全部残る → 監査できる・属人化しない・引き継げる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📈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床と天井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：誰がやっても下限品質を保証し、できる人ほど伸びる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🧩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横展開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：SynchroniNote で実証した手法を、他案件にそのまま適用できる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🏰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堀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：複数LLM運用力 ＋ DD ＝ 競合が素のAIでバイブコーディングしている限り、追いつけない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351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開発手法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5550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実例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585" y="1042415"/>
            <a:ext cx="2200595" cy="36576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ローカルLLM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9620" y="1042415"/>
            <a:ext cx="2200595" cy="365760"/>
          </a:xfrm>
          <a:prstGeom prst="round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9144" bIns="9144"/>
          <a:lstStyle/>
          <a:p>
            <a:pPr algn="ctr"/>
            <a:r>
              <a:rPr sz="11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18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17904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ナナイロは「AIで速く作る会社」ではなく、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「手法でAIを規律づけて作る会社」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その実例が、専門外から破綻なく完成した 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SynchroniNote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（完全オフラインAI議事録）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手法（DD）と複数LLM運用力は、</a:t>
            </a:r>
            <a:r>
              <a:rPr sz="19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他案件へ横展開できる組織の武器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速さではなく、再現性。これがナナイロのものづくり。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付録：開発アクティビティ（コミット推移・JST）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5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日曜の朝に着手 → 月曜は早朝6時から夜21時台まで → 火曜の早朝に追い込み。</a:t>
            </a:r>
            <a:r>
              <a:rPr sz="15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104コミットすべてがDDに紐づく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「速い」のではなく、再現性ある手法に乗った “高密度な集中” の記録 — 一人の手で</a:t>
            </a:r>
          </a:p>
        </p:txBody>
      </p:sp>
      <p:pic>
        <p:nvPicPr>
          <p:cNvPr id="7" name="Picture 6" descr="commit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9" y="2468880"/>
            <a:ext cx="11055096" cy="3685032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15391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1時間ごとのコミット数（2026-06-07〜09・JST／本リポジトリの git log）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付録：DD一覧（DD索引から自動生成）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全 51 件 — これらすべての「判断」が設計ドキュメントとして残る（監査でき・引き継げる）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3515258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DD-016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S-05リアルタイム画面の改善 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DD-016-1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会話エリアの独立スクロールとヘッ…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DD-016-2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adhoc仮会議のライフサイクル…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DD-016-3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右パネル編集UIと状態結線と抽出…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DD-012-6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配布パッケージング Python…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DD-015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サイドメニュー最終形 DEV-W…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DD-014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P4-3ホットパスRust移植 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DD-014-1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cpal収音とringbufとV…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DD-014-2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whisper-rs統合とAVX…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DD-014-3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Ollamaストリーム連携とTo…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DD-014-4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token-emit配線とDB書…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DD-013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P4-2協調編集CRDT AI追…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DD-013-1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Yjs導入とVue3バインディン…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DD-013-2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AI追記と人間入力の競合マージと…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DD-013-3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左右コピーUIとネットワーク同期…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製品化 中核機能の実装と実用化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マイク収音をライブでUIに接続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8218" y="1618488"/>
            <a:ext cx="3515258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DD-012-10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事前資料ExcelPDF添付のテ…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DD-012-11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話者の永続化とS-03タイムライ…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DD-012-12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予定からライブ会議への実データ反…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DD-012-13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カレンダー予定のコピペ取込 テキ…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DD-012-14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入力デバイスの実列挙と切替 OS…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会議終了から清書プレビュー保存の…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DD-012-3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SQLite永続化でカレンダーと…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DD-012-3-1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カレンダー確認用シードデータの整…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DD-012-4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LLM追い上げ整形のライブ表示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DD-012-5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話者ラベルの表示 DD004-1…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DD-012-7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S-08設定の永続化と実処理への…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DD-012-8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S-04プリフライトの実データ化…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DD-012-9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S-01カレンダー操作強化 削除…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Phase4 Tauri2ペイン…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DD-010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準リアルタイム化 マイク収音と逐…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DD-010-1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長い発話の冒頭遅延と二段STT改…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DD-010-2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チャンク区切り品質改善 単語途中…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7796" y="1618488"/>
            <a:ext cx="3515258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DD-009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画面設計SSOT モックを製品U…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DD-008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バッチMVP 音声から議事録Ma…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DD-008-1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評価期UI 音声から議事録の見え…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DD-007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データベース基本設計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DD-007-1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エンティティ抽出と永続化境界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DD-007-2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データ辞書統一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DD-007-3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論理設計ER図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DD-007-4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物理設計DDLとDB初期化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DD-007-5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DB設計の正式版昇格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DD-006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モデル切替シーケンス実測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DD-006-1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モデル切替実測の設計反映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DD-005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whispercpp実RTFクロ…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DD-004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話者分離PoC 日本語オフライン…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DD-004-1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ONNX話者埋め込みによる高精度…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DD-003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STT実機ベンチと同時実行スパイ…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DD-002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LLM生成速度ベンチマーク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E3A8A"/>
                </a:solidFill>
                <a:latin typeface="Meiryo"/>
                <a:ea typeface="Meiryo"/>
                <a:cs typeface="Meiryo"/>
              </a:rPr>
              <a:t>DD-001 </a:t>
            </a:r>
            <a:r>
              <a:rPr sz="10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環境初期化 uvプロジェクト雛形…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付録：動作環境・技術スタック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106372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実機：Windows 11 ／ Ryzen 7 PRO 8840HS（AVX-512）／ GPUなし ／ RAM 59.7GB（実質約9.6GB）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スタック：Tauri（Vue3 + Quasar）/ Rust ＋ Python評価ハーネス ＋ Ollama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進め方：評価はPythonで速く回し、速度が要るホットパスだけRustへ移植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設計の正：企画書 → 開発ロードマップ → 基本設計書（SSOT）→ DD索引、と辿れる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60120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687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付録：出典（ローカルLLM動向・コスト・安全性）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528816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Meiryo"/>
                <a:ea typeface="Meiryo"/>
                <a:cs typeface="Meiryo"/>
              </a:rP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Gemma 4（Google, 2026-04-02）— blog.google ／ 26B MoE・活性約3.8B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Qwen3（Alibaba, 2025-04, Apache 2.0）— qwenlm.github.io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オープン vs フロンティアの収束 — llm-stats.com ／ till-freitag.com（2026）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Gemini API 料金（2026）— ai.google.dev/gemini-api/docs/pricing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•  </a:t>
            </a:r>
            <a:r>
              <a:rPr sz="19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オンプレLLMのプライバシー優位・Cloudera 2025調査 — unifiedaihub.com ／ digitalapplied.com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742432"/>
            <a:ext cx="10637215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92400E"/>
                </a:solidFill>
                <a:latin typeface="Meiryo"/>
                <a:ea typeface="Meiryo"/>
                <a:cs typeface="Meiryo"/>
              </a:rPr>
              <a:t>アクセス：2026-06。数値・料金は変動するため、提示時に最新を確認すること。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